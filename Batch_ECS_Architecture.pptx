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ECS Creation – Architecture &amp; Module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Highly Available, Scalable, Observable Batch Instance Creation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One-Sentence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Client submits batch → Control plane splits tasks → Workers call cloud API → Results stored</a:t>
            </a:r>
          </a:p>
          <a:p>
            <a:pPr>
              <a:defRPr sz="1800"/>
            </a:pPr>
            <a:r>
              <a:t>Key principles: Idempotent, Rate-Limited, Recoverable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Architecture diagram exported from Mermaid.</a:t>
            </a:r>
          </a:p>
          <a:p>
            <a:pPr>
              <a:defRPr sz="1800"/>
            </a:pPr>
            <a:r>
              <a:t>(Placeholder text – image can be inserted later)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11 modules: API, Job Manager, Queue, Workers, Cloud Adapter, DB, Idempotency, Rate Limit, Logging, Rollback, 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Job &amp; Task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jobs &amp; tasks schema, state machine, idempotency_key, attempts, cloud_instance_id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Idempotency &amp; Dedup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idempotency_key = hash(job+index+params)</a:t>
            </a:r>
          </a:p>
          <a:p>
            <a:pPr>
              <a:defRPr sz="1800"/>
            </a:pPr>
            <a:r>
              <a:t>Check cloud_instance_id before create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Concurrency &amp; Rate Limiting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Token Bucket per tenant/region</a:t>
            </a:r>
          </a:p>
          <a:p>
            <a:pPr>
              <a:defRPr sz="1800"/>
            </a:pPr>
            <a:r>
              <a:t>Dynamic backoff based on 429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Retry &amp; Error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Transient (retry) vs Permanent</a:t>
            </a:r>
          </a:p>
          <a:p>
            <a:pPr>
              <a:defRPr sz="1800"/>
            </a:pPr>
            <a:r>
              <a:t>DLQ handling &amp; max attempts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Rollback &amp; Compensation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Delete tasks generated for rollback</a:t>
            </a:r>
          </a:p>
          <a:p>
            <a:pPr>
              <a:defRPr sz="1800"/>
            </a:pPr>
            <a:r>
              <a:t>dry-run preview + manual trigger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metrics: success rate, queue length, 429 count</a:t>
            </a:r>
          </a:p>
          <a:p>
            <a:pPr>
              <a:defRPr sz="1800"/>
            </a:pPr>
            <a:r>
              <a:t>Dashboards with Prometheus/Grafana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Ops &amp; Runbook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Common failure patterns &amp; playbook</a:t>
            </a:r>
          </a:p>
          <a:p>
            <a:pPr>
              <a:defRPr sz="1800"/>
            </a:pPr>
            <a:r>
              <a:t>Disaster recovery &amp; worker scaling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MVP → rate limit → monitoring → rollback → multi-cloud adapter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Design decisions summary &amp; recommended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